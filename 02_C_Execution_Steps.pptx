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Execution Steps &amp; GCC Flags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788920"/>
            <a:ext cx="2743200" cy="6400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Code to Executable — Step by Step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Stages of C Compilation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PREPROCESSING (.c → .i): Handles #include, #define, #ifdef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COMPILATION (.i → .s): Converts C code to Assembly language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ASSEMBLY (.s → .o): Converts Assembly to Machine Code (object file)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LINKING (.o → executable): Links object files + libraries → final binary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gcc command by default runs all 4 stages automatically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can be stopped and inspected using GCC flags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stages helps debug compilation errors precisely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Preprocessing — gcc -E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2834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Source file: hello.c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PI 3.14159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SQUARE(x) ((x)*(x))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printf("PI = %f\n", PI);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printf("Square of 5 = %d\n", SQUARE(5));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Command to stop at preprocessing: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-E hello.c -o hello.i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happens in hello.i: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#include &lt;stdio.h&gt; is replaced with FULL content of stdio.h (~800 lines)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#define PI → replaced with 3.14159 everywhere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#define SQUARE(x) → macro expanded inline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All comments are removed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 Line number information added for debugging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Use: gcc -E to debug macro expansion issues or see what headers include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Compilation — gcc -S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2834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Command: gcc -S hello.i -o hello.s  (or gcc -S hello.c -o hello.s)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Produces Assembly code — hello.s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.file   "hello.c"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.section .rodata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.LC0: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.string "PI = %f\n"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.LC1: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.string "Square of 5 = %d\n"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.globl 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pushq   %rbp          ; Save base pointer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movq    %rsp, %rbp    ; Set up stack frame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movsd   .LC2(%rip), %xmm0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leaq    .LC0(%rip), %rdi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    printf@PLT    ; Call printf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movl    $25, %esi     ; 5*5 = 25 computed at compile time!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leaq    .LC1(%rip), %rdi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    printf@PLT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movl    $0, %eax      ; return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popq    %rbp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Compiler performs optimizations here — notice SQUARE(5) = 25 is pre-computed!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Assembly — gcc -c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2834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Command: gcc -c hello.s -o hello.o  (or gcc -c hello.c -o hello.o)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Produces Object File — hello.o (binary, not human-readable)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 inspect the object 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objdump -d hello.o        // Disassemble machine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nm hello.o                // List symbols (functions, variables)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readelf -h hello.o        // ELF header information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nm output example: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 printf    // U = Undefined (external symbol — needs linking)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0000000000000000 T main       // T = Text section (function)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objdump output (machine code):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 55                    push   %rbp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 48 89 e5              mov    %rsp,%rbp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Each instruction encoded as hex bytes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printf call shows as UNRESOLVED reference — fixed in linking stage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Object files contain machine code but with unresolved external 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Linking — gcc (final)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2834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Command: gcc hello.o -o hello  (or gcc hello.c -o hello)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Linker resolves all external references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the linker does: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Finds printf in /usr/lib/x86_64-linux-gnu/libc.so.6 (C standard library)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Resolves all UNDEFINED symbols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Combines multiple .o files into one executable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Sets up program entry point (_start → main)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Creates ELF (Linux) or PE (Windows) binary format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Linking multiple files: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file1.c file2.c file3.c -o program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Linking with math library: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program.c -lm -o program    // -lm links libm.so (math library)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Static vs Dynamic linking: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-static hello.c -o hello    // Static: includes library code in binary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-shared -fPIC lib.c -o libmy.so  // Create shared library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Static binary is larger but self-contained; dynamic binary is smaller but needs .so at runtime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GCC Flags Reference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Preprocessing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.i file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Stop after preprocessing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Compilation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.s file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Stop after assembly generation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Assembly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.o file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Stop after object file creation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-o 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Any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named file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Specify output filename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-Wall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Compile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Warnings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Enable all common warnings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-Wextra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Compile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Warnings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Extra diagnostic warnings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-O0/-O1/-O2/-O3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Compile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Optimization levels (0=none, 3=max)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Compile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Binary+debug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Include debug symbols for gdb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-lm / -lpthread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Link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Link math / threads library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-std=c99 / c11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Compile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Specify C standard version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Debugging &amp; Analysis Flags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 : Include debug info → use with gdb for step-through debugging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-fsanitize=address : Detect memory leaks and buffer overflows at runtime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-fsanitize=undefined : Catch undefined behavior (integer overflow, null deref)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-fstack-protector : Add canary values to detect stack smashing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-Werror : Treat all warnings as errors (enforce clean code)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 : Verbose mode — see all compilation commands gcc runs internally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--save-temps : Keep all intermediate .i, .s, .o files after compilation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4297680" cy="402336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Debug session example: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-g -Wall hello.c -o hello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gdb ./hello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break main    // Set breakpoint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run           // Start execution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next          // Step 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print x       // Inspect variable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backtrace     // Show call stack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quit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Compilation Pipeline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2834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Full pipeline — step by step inspection: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See preprocessed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-E hello.c -o hello.i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hello.i     // Typically 800+ lines after #include expansion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Generate Assembly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-S hello.i -o hello.s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hello.s       // Read the assembly code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Assemble to object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-c hello.s -o hello.o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hello.o      // ELF 64-bit LSB relocatable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4: Link to executable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hello.o -o hello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hello        // ELF 64-bit LSB executable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One-shot with flags: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-Wextra -O2 -std=c99 -g hello.c -o hello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You can mix stages freely — gcc -S hello.c goes directly from .c to .s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2651760"/>
            <a:ext cx="2743200" cy="6400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C Execution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→ Understand → Master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2026-04-29T11:16:51Z</dcterms:created>
  <dcterms:modified xsi:type="dcterms:W3CDTF">2026-04-29T11:16:51Z</dcterms:modified>
</cp:coreProperties>
</file>